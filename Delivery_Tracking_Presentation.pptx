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AI Delivery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End-to-end, high-throughput spatial event processing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End-to-end, high-throughput, real-time spatial event processing architecture.</a:t>
            </a:r>
          </a:p>
          <a:p>
            <a:pPr>
              <a:defRPr sz="2000"/>
            </a:pPr>
            <a:r>
              <a:t>Mimics the backend telemetry systems of modern gig-economy delivery platforms (UberEats, Zomato, Swiggy).</a:t>
            </a:r>
          </a:p>
          <a:p>
            <a:pPr>
              <a:defRPr sz="2000"/>
            </a:pPr>
            <a:r>
              <a:t>Offloads complex geospatial calculations and ML inference from traditional REST APIs to a streaming layer (Apache Kafka + PySpark).</a:t>
            </a:r>
          </a:p>
          <a:p>
            <a:pPr>
              <a:defRPr sz="2000"/>
            </a:pPr>
            <a:r>
              <a:t>Achieves sub-second latency for live tracking, routing ETA predictions, and fraud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Ingestion (Apache Kafka KRaft mode): Brokers high-throughput GPS location pings asynchronously.</a:t>
            </a:r>
          </a:p>
          <a:p>
            <a:pPr>
              <a:defRPr sz="2000"/>
            </a:pPr>
            <a:r>
              <a:t>Processing Engine (PySpark Structured Streaming): Stateful sliding windows (10-second intervals), real-time ML inferences, and spatial calculations.</a:t>
            </a:r>
          </a:p>
          <a:p>
            <a:pPr>
              <a:defRPr sz="2000"/>
            </a:pPr>
            <a:r>
              <a:t>Backend / Router (Node.js/Express): Kafka Consumer to parse enriched payloads and broadcast updates via WebSockets (Socket.io).</a:t>
            </a:r>
          </a:p>
          <a:p>
            <a:pPr>
              <a:defRPr sz="2000"/>
            </a:pPr>
            <a:r>
              <a:t>Frontend (Leaflet.js &amp; HTML5): Listens to WebSocket events for sub-second map updates and heatmaps.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Scalable Event Streaming: Python-based producers push GPS coordinates to Kafka topics.</a:t>
            </a:r>
          </a:p>
          <a:p>
            <a:pPr>
              <a:defRPr sz="2000"/>
            </a:pPr>
            <a:r>
              <a:t>Serverless Spatial Indexing: Uber H3 Indexing maps coordinates to hexagonal spatial bins inside the data stream, generating clustered density heatmaps.</a:t>
            </a:r>
          </a:p>
          <a:p>
            <a:pPr>
              <a:defRPr sz="2000"/>
            </a:pPr>
            <a:r>
              <a:t>Dynamic Geofencing: Spatial UDF checks detect when riders fall within bounded polygons and routes them to a priority alerts topic.</a:t>
            </a:r>
          </a:p>
          <a:p>
            <a:pPr>
              <a:defRPr sz="2000"/>
            </a:pPr>
            <a:r>
              <a:t>Internet Access Tunneling: Integrates NGrok tunneling and Vercel static hosting to ingest real-world GPS streams.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on the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Pre-trained Scikit-Learn models are embedded directly into PySpark User-Defined Functions (UDFs).</a:t>
            </a:r>
          </a:p>
          <a:p>
            <a:pPr>
              <a:defRPr sz="2000"/>
            </a:pPr>
            <a:r>
              <a:t>AI ETA Prediction (Random Forest Regressor): Predicts spatial time-to-completion based on traffic and time-of-day features.</a:t>
            </a:r>
          </a:p>
          <a:p>
            <a:pPr>
              <a:defRPr sz="2000"/>
            </a:pPr>
            <a:r>
              <a:t>Ghost Rider / Fraud Detection (Isolation Forest): Unsupervised anomaly detection model that isolates spoofed GPS coordinates or unrealistic speeds.</a:t>
            </a:r>
          </a:p>
          <a:p>
            <a:pPr>
              <a:defRPr sz="2000"/>
            </a:pPr>
            <a:r>
              <a:t>Impact: Flags anomalies instantly, triggering automated visual alerts directly on the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Load Test Parameters: Emitting continuous payloads over a 30-second window.</a:t>
            </a:r>
          </a:p>
          <a:p>
            <a:pPr>
              <a:defRPr sz="2000"/>
            </a:pPr>
            <a:r>
              <a:t>10 Concurrent Riders: Processed 300 events (~9.94 msgs/sec).</a:t>
            </a:r>
          </a:p>
          <a:p>
            <a:pPr>
              <a:defRPr sz="2000"/>
            </a:pPr>
            <a:r>
              <a:t>1,000 Concurrent Riders: Processed 27,000 events (~883.68 msgs/sec).</a:t>
            </a:r>
          </a:p>
          <a:p>
            <a:pPr>
              <a:defRPr sz="2000"/>
            </a:pPr>
            <a:r>
              <a:t>10,000 Concurrent Riders: Processed 120,000 events (~3,846.16 msgs/sec).</a:t>
            </a:r>
          </a:p>
          <a:p>
            <a:pPr>
              <a:defRPr sz="2000"/>
            </a:pPr>
            <a:r>
              <a:t>Result: The architecture scaled linearly, demonstrating no bottlenecks at nearly 4,000 GPS messages per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